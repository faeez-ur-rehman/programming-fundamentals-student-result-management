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Lst>
  <p:sldIdLst>
    <p:sldId id="256" r:id="rId3"/>
    <p:sldId id="257" r:id="rId4"/>
    <p:sldId id="258" r:id="rId5"/>
    <p:sldId id="268" r:id="rId6"/>
    <p:sldId id="269" r:id="rId7"/>
    <p:sldId id="259" r:id="rId8"/>
    <p:sldId id="260" r:id="rId9"/>
    <p:sldId id="263" r:id="rId10"/>
    <p:sldId id="265" r:id="rId11"/>
    <p:sldId id="266" r:id="rId1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8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3" name="Google Shape;9;p2"/>
          <p:cNvPicPr/>
          <p:nvPr/>
        </p:nvPicPr>
        <p:blipFill>
          <a:blip r:embed="rId2"/>
          <a:srcRect r="10"/>
          <a:stretch/>
        </p:blipFill>
        <p:spPr>
          <a:xfrm>
            <a:off x="0" y="-360"/>
            <a:ext cx="9143640" cy="5143680"/>
          </a:xfrm>
          <a:prstGeom prst="rect">
            <a:avLst/>
          </a:prstGeom>
          <a:noFill/>
          <a:ln w="0">
            <a:noFill/>
          </a:ln>
        </p:spPr>
      </p:pic>
      <p:sp>
        <p:nvSpPr>
          <p:cNvPr id="4" name="PlaceHolder 1"/>
          <p:cNvSpPr>
            <a:spLocks noGrp="1"/>
          </p:cNvSpPr>
          <p:nvPr>
            <p:ph type="title"/>
          </p:nvPr>
        </p:nvSpPr>
        <p:spPr>
          <a:xfrm>
            <a:off x="228600" y="228600"/>
            <a:ext cx="5173560" cy="308808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3" name="Google Shape;43;p11"/>
          <p:cNvPicPr/>
          <p:nvPr/>
        </p:nvPicPr>
        <p:blipFill>
          <a:blip r:embed="rId2"/>
          <a:srcRect r="10"/>
          <a:stretch/>
        </p:blipFill>
        <p:spPr>
          <a:xfrm>
            <a:off x="0" y="-360"/>
            <a:ext cx="9143640" cy="5143680"/>
          </a:xfrm>
          <a:prstGeom prst="rect">
            <a:avLst/>
          </a:prstGeom>
          <a:noFill/>
          <a:ln w="0">
            <a:noFill/>
          </a:ln>
        </p:spPr>
      </p:pic>
      <p:sp>
        <p:nvSpPr>
          <p:cNvPr id="4" name="PlaceHolder 1"/>
          <p:cNvSpPr>
            <a:spLocks noGrp="1"/>
          </p:cNvSpPr>
          <p:nvPr>
            <p:ph type="title"/>
          </p:nvPr>
        </p:nvSpPr>
        <p:spPr>
          <a:xfrm>
            <a:off x="1284120" y="1283400"/>
            <a:ext cx="5528520" cy="1716120"/>
          </a:xfrm>
          <a:prstGeom prst="rect">
            <a:avLst/>
          </a:prstGeom>
          <a:noFill/>
          <a:ln w="0">
            <a:noFill/>
          </a:ln>
        </p:spPr>
        <p:txBody>
          <a:bodyPr lIns="91440" tIns="91440" rIns="91440" bIns="91440" anchor="b">
            <a:noAutofit/>
          </a:bodyPr>
          <a:lstStyle/>
          <a:p>
            <a:pPr indent="0">
              <a:lnSpc>
                <a:spcPct val="115000"/>
              </a:lnSpc>
              <a:buNone/>
            </a:pPr>
            <a:r>
              <a:rPr lang="fr-FR" sz="6000" b="1" u="none" strike="noStrike">
                <a:solidFill>
                  <a:schemeClr val="accent2"/>
                </a:solidFill>
                <a:effectLst/>
                <a:uFillTx/>
                <a:latin typeface="Rethink Sans"/>
                <a:ea typeface="Rethink Sans"/>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6" name="PlaceHolder 2"/>
          <p:cNvSpPr>
            <a:spLocks noGrp="1"/>
          </p:cNvSpPr>
          <p:nvPr>
            <p:ph type="title"/>
          </p:nvPr>
        </p:nvSpPr>
        <p:spPr>
          <a:xfrm>
            <a:off x="228600" y="4044240"/>
            <a:ext cx="865440" cy="310320"/>
          </a:xfrm>
          <a:prstGeom prst="rect">
            <a:avLst/>
          </a:prstGeom>
          <a:noFill/>
          <a:ln w="0">
            <a:noFill/>
          </a:ln>
        </p:spPr>
        <p:txBody>
          <a:bodyPr lIns="91440" tIns="91440" rIns="91440" bIns="91440" anchor="ctr">
            <a:noAutofit/>
          </a:bodyPr>
          <a:lstStyle/>
          <a:p>
            <a:pPr indent="0">
              <a:lnSpc>
                <a:spcPct val="115000"/>
              </a:lnSpc>
              <a:buNone/>
            </a:pPr>
            <a:r>
              <a:rPr lang="fr-FR" sz="2500" b="1" u="none" strike="noStrike">
                <a:solidFill>
                  <a:schemeClr val="accent2"/>
                </a:solidFill>
                <a:effectLst/>
                <a:uFillTx/>
                <a:latin typeface="Rethink Sans"/>
                <a:ea typeface="Rethink Sans"/>
              </a:rPr>
              <a:t>xx%</a:t>
            </a:r>
            <a:endParaRPr lang="fr-FR" sz="2500" b="0" u="none" strike="noStrike">
              <a:solidFill>
                <a:schemeClr val="dk1"/>
              </a:solidFill>
              <a:effectLst/>
              <a:uFillTx/>
              <a:latin typeface="Arial"/>
            </a:endParaRPr>
          </a:p>
        </p:txBody>
      </p:sp>
      <p:sp>
        <p:nvSpPr>
          <p:cNvPr id="7" name="PlaceHolder 3"/>
          <p:cNvSpPr>
            <a:spLocks noGrp="1"/>
          </p:cNvSpPr>
          <p:nvPr>
            <p:ph type="title"/>
          </p:nvPr>
        </p:nvSpPr>
        <p:spPr>
          <a:xfrm>
            <a:off x="228600" y="2199960"/>
            <a:ext cx="865440" cy="310320"/>
          </a:xfrm>
          <a:prstGeom prst="rect">
            <a:avLst/>
          </a:prstGeom>
          <a:noFill/>
          <a:ln w="0">
            <a:noFill/>
          </a:ln>
        </p:spPr>
        <p:txBody>
          <a:bodyPr lIns="91440" tIns="91440" rIns="91440" bIns="91440" anchor="ctr">
            <a:noAutofit/>
          </a:bodyPr>
          <a:lstStyle/>
          <a:p>
            <a:pPr indent="0">
              <a:lnSpc>
                <a:spcPct val="115000"/>
              </a:lnSpc>
              <a:buNone/>
            </a:pPr>
            <a:r>
              <a:rPr lang="fr-FR" sz="2500" b="1" u="none" strike="noStrike">
                <a:solidFill>
                  <a:schemeClr val="accent2"/>
                </a:solidFill>
                <a:effectLst/>
                <a:uFillTx/>
                <a:latin typeface="Rethink Sans"/>
                <a:ea typeface="Rethink Sans"/>
              </a:rPr>
              <a:t>xx%</a:t>
            </a:r>
            <a:endParaRPr lang="fr-FR" sz="2500" b="0" u="none" strike="noStrike">
              <a:solidFill>
                <a:schemeClr val="dk1"/>
              </a:solidFill>
              <a:effectLst/>
              <a:uFillTx/>
              <a:latin typeface="Arial"/>
            </a:endParaRPr>
          </a:p>
        </p:txBody>
      </p:sp>
      <p:sp>
        <p:nvSpPr>
          <p:cNvPr id="8" name="PlaceHolder 4"/>
          <p:cNvSpPr>
            <a:spLocks noGrp="1"/>
          </p:cNvSpPr>
          <p:nvPr>
            <p:ph type="title"/>
          </p:nvPr>
        </p:nvSpPr>
        <p:spPr>
          <a:xfrm>
            <a:off x="4045320" y="1278000"/>
            <a:ext cx="865440" cy="310320"/>
          </a:xfrm>
          <a:prstGeom prst="rect">
            <a:avLst/>
          </a:prstGeom>
          <a:noFill/>
          <a:ln w="0">
            <a:noFill/>
          </a:ln>
        </p:spPr>
        <p:txBody>
          <a:bodyPr lIns="91440" tIns="91440" rIns="91440" bIns="91440" anchor="ctr">
            <a:noAutofit/>
          </a:bodyPr>
          <a:lstStyle/>
          <a:p>
            <a:pPr indent="0">
              <a:lnSpc>
                <a:spcPct val="115000"/>
              </a:lnSpc>
              <a:buNone/>
            </a:pPr>
            <a:r>
              <a:rPr lang="fr-FR" sz="2500" b="1" u="none" strike="noStrike">
                <a:solidFill>
                  <a:schemeClr val="accent2"/>
                </a:solidFill>
                <a:effectLst/>
                <a:uFillTx/>
                <a:latin typeface="Rethink Sans"/>
                <a:ea typeface="Rethink Sans"/>
              </a:rPr>
              <a:t>xx%</a:t>
            </a:r>
            <a:endParaRPr lang="fr-FR" sz="2500" b="0" u="none" strike="noStrike">
              <a:solidFill>
                <a:schemeClr val="dk1"/>
              </a:solidFill>
              <a:effectLst/>
              <a:uFillTx/>
              <a:latin typeface="Arial"/>
            </a:endParaRPr>
          </a:p>
        </p:txBody>
      </p:sp>
      <p:sp>
        <p:nvSpPr>
          <p:cNvPr id="9" name="PlaceHolder 5"/>
          <p:cNvSpPr>
            <a:spLocks noGrp="1"/>
          </p:cNvSpPr>
          <p:nvPr>
            <p:ph type="title"/>
          </p:nvPr>
        </p:nvSpPr>
        <p:spPr>
          <a:xfrm>
            <a:off x="4045320" y="2199960"/>
            <a:ext cx="865440" cy="310320"/>
          </a:xfrm>
          <a:prstGeom prst="rect">
            <a:avLst/>
          </a:prstGeom>
          <a:noFill/>
          <a:ln w="0">
            <a:noFill/>
          </a:ln>
        </p:spPr>
        <p:txBody>
          <a:bodyPr lIns="91440" tIns="91440" rIns="91440" bIns="91440" anchor="ctr">
            <a:noAutofit/>
          </a:bodyPr>
          <a:lstStyle/>
          <a:p>
            <a:pPr indent="0">
              <a:lnSpc>
                <a:spcPct val="115000"/>
              </a:lnSpc>
              <a:buNone/>
            </a:pPr>
            <a:r>
              <a:rPr lang="fr-FR" sz="2500" b="1" u="none" strike="noStrike">
                <a:solidFill>
                  <a:schemeClr val="accent2"/>
                </a:solidFill>
                <a:effectLst/>
                <a:uFillTx/>
                <a:latin typeface="Rethink Sans"/>
                <a:ea typeface="Rethink Sans"/>
              </a:rPr>
              <a:t>xx%</a:t>
            </a:r>
            <a:endParaRPr lang="fr-FR" sz="2500" b="0" u="none" strike="noStrike">
              <a:solidFill>
                <a:schemeClr val="dk1"/>
              </a:solidFill>
              <a:effectLst/>
              <a:uFillTx/>
              <a:latin typeface="Arial"/>
            </a:endParaRPr>
          </a:p>
        </p:txBody>
      </p:sp>
      <p:sp>
        <p:nvSpPr>
          <p:cNvPr id="10" name="PlaceHolder 6"/>
          <p:cNvSpPr>
            <a:spLocks noGrp="1"/>
          </p:cNvSpPr>
          <p:nvPr>
            <p:ph type="title"/>
          </p:nvPr>
        </p:nvSpPr>
        <p:spPr>
          <a:xfrm>
            <a:off x="228600" y="1278360"/>
            <a:ext cx="865440" cy="310320"/>
          </a:xfrm>
          <a:prstGeom prst="rect">
            <a:avLst/>
          </a:prstGeom>
          <a:noFill/>
          <a:ln w="0">
            <a:noFill/>
          </a:ln>
        </p:spPr>
        <p:txBody>
          <a:bodyPr lIns="91440" tIns="91440" rIns="91440" bIns="91440" anchor="ctr">
            <a:noAutofit/>
          </a:bodyPr>
          <a:lstStyle/>
          <a:p>
            <a:pPr indent="0">
              <a:lnSpc>
                <a:spcPct val="115000"/>
              </a:lnSpc>
              <a:buNone/>
            </a:pPr>
            <a:r>
              <a:rPr lang="fr-FR" sz="2500" b="1" u="none" strike="noStrike">
                <a:solidFill>
                  <a:schemeClr val="accent2"/>
                </a:solidFill>
                <a:effectLst/>
                <a:uFillTx/>
                <a:latin typeface="Rethink Sans"/>
                <a:ea typeface="Rethink Sans"/>
              </a:rPr>
              <a:t>xx%</a:t>
            </a:r>
            <a:endParaRPr lang="fr-FR" sz="2500" b="0" u="none" strike="noStrike">
              <a:solidFill>
                <a:schemeClr val="dk1"/>
              </a:solidFill>
              <a:effectLst/>
              <a:uFillTx/>
              <a:latin typeface="Arial"/>
            </a:endParaRPr>
          </a:p>
        </p:txBody>
      </p:sp>
      <p:sp>
        <p:nvSpPr>
          <p:cNvPr id="11" name="PlaceHolder 7"/>
          <p:cNvSpPr>
            <a:spLocks noGrp="1"/>
          </p:cNvSpPr>
          <p:nvPr>
            <p:ph type="title"/>
          </p:nvPr>
        </p:nvSpPr>
        <p:spPr>
          <a:xfrm>
            <a:off x="228600" y="3121920"/>
            <a:ext cx="865440" cy="310320"/>
          </a:xfrm>
          <a:prstGeom prst="rect">
            <a:avLst/>
          </a:prstGeom>
          <a:noFill/>
          <a:ln w="0">
            <a:noFill/>
          </a:ln>
        </p:spPr>
        <p:txBody>
          <a:bodyPr lIns="91440" tIns="91440" rIns="91440" bIns="91440" anchor="ctr">
            <a:noAutofit/>
          </a:bodyPr>
          <a:lstStyle/>
          <a:p>
            <a:pPr indent="0">
              <a:lnSpc>
                <a:spcPct val="115000"/>
              </a:lnSpc>
              <a:buNone/>
            </a:pPr>
            <a:r>
              <a:rPr lang="fr-FR" sz="2500" b="1" u="none" strike="noStrike">
                <a:solidFill>
                  <a:schemeClr val="accent2"/>
                </a:solidFill>
                <a:effectLst/>
                <a:uFillTx/>
                <a:latin typeface="Rethink Sans"/>
                <a:ea typeface="Rethink Sans"/>
              </a:rPr>
              <a:t>xx%</a:t>
            </a:r>
            <a:endParaRPr lang="fr-FR" sz="2500" b="0" u="none" strike="noStrike">
              <a:solidFill>
                <a:schemeClr val="dk1"/>
              </a:solidFill>
              <a:effectLst/>
              <a:uFillTx/>
              <a:latin typeface="Arial"/>
            </a:endParaRPr>
          </a:p>
        </p:txBody>
      </p:sp>
      <p:sp>
        <p:nvSpPr>
          <p:cNvPr id="12" name="PlaceHolder 8"/>
          <p:cNvSpPr>
            <a:spLocks noGrp="1"/>
          </p:cNvSpPr>
          <p:nvPr>
            <p:ph type="title"/>
          </p:nvPr>
        </p:nvSpPr>
        <p:spPr>
          <a:xfrm>
            <a:off x="4045320" y="3121920"/>
            <a:ext cx="865440" cy="310320"/>
          </a:xfrm>
          <a:prstGeom prst="rect">
            <a:avLst/>
          </a:prstGeom>
          <a:noFill/>
          <a:ln w="0">
            <a:noFill/>
          </a:ln>
        </p:spPr>
        <p:txBody>
          <a:bodyPr lIns="91440" tIns="91440" rIns="91440" bIns="91440" anchor="ctr">
            <a:noAutofit/>
          </a:bodyPr>
          <a:lstStyle/>
          <a:p>
            <a:pPr indent="0">
              <a:lnSpc>
                <a:spcPct val="115000"/>
              </a:lnSpc>
              <a:buNone/>
            </a:pPr>
            <a:r>
              <a:rPr lang="fr-FR" sz="2500" b="1" u="none" strike="noStrike">
                <a:solidFill>
                  <a:schemeClr val="accent2"/>
                </a:solidFill>
                <a:effectLst/>
                <a:uFillTx/>
                <a:latin typeface="Rethink Sans"/>
                <a:ea typeface="Rethink Sans"/>
              </a:rPr>
              <a:t>xx%</a:t>
            </a:r>
            <a:endParaRPr lang="fr-FR" sz="2500" b="0" u="none" strike="noStrike">
              <a:solidFill>
                <a:schemeClr val="dk1"/>
              </a:solidFill>
              <a:effectLst/>
              <a:uFillTx/>
              <a:latin typeface="Arial"/>
            </a:endParaRPr>
          </a:p>
        </p:txBody>
      </p:sp>
      <p:sp>
        <p:nvSpPr>
          <p:cNvPr id="13" name="PlaceHolder 9"/>
          <p:cNvSpPr>
            <a:spLocks noGrp="1"/>
          </p:cNvSpPr>
          <p:nvPr>
            <p:ph type="title"/>
          </p:nvPr>
        </p:nvSpPr>
        <p:spPr>
          <a:xfrm>
            <a:off x="4045320" y="4044240"/>
            <a:ext cx="865440" cy="310320"/>
          </a:xfrm>
          <a:prstGeom prst="rect">
            <a:avLst/>
          </a:prstGeom>
          <a:noFill/>
          <a:ln w="0">
            <a:noFill/>
          </a:ln>
        </p:spPr>
        <p:txBody>
          <a:bodyPr lIns="91440" tIns="91440" rIns="91440" bIns="91440" anchor="ctr">
            <a:noAutofit/>
          </a:bodyPr>
          <a:lstStyle/>
          <a:p>
            <a:pPr indent="0">
              <a:lnSpc>
                <a:spcPct val="115000"/>
              </a:lnSpc>
              <a:buNone/>
            </a:pPr>
            <a:r>
              <a:rPr lang="fr-FR" sz="2500" b="1" u="none" strike="noStrike">
                <a:solidFill>
                  <a:schemeClr val="accent2"/>
                </a:solidFill>
                <a:effectLst/>
                <a:uFillTx/>
                <a:latin typeface="Rethink Sans"/>
                <a:ea typeface="Rethink Sans"/>
              </a:rPr>
              <a:t>xx%</a:t>
            </a:r>
            <a:endParaRPr lang="fr-FR" sz="25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pic>
        <p:nvPicPr>
          <p:cNvPr id="14" name="Google Shape;66;p14"/>
          <p:cNvPicPr/>
          <p:nvPr/>
        </p:nvPicPr>
        <p:blipFill>
          <a:blip r:embed="rId2"/>
          <a:srcRect r="10"/>
          <a:stretch/>
        </p:blipFill>
        <p:spPr>
          <a:xfrm>
            <a:off x="0" y="-360"/>
            <a:ext cx="9143640" cy="5143680"/>
          </a:xfrm>
          <a:prstGeom prst="rect">
            <a:avLst/>
          </a:prstGeom>
          <a:noFill/>
          <a:ln w="0">
            <a:noFill/>
          </a:ln>
        </p:spPr>
      </p:pic>
      <p:sp>
        <p:nvSpPr>
          <p:cNvPr id="15" name="PlaceHolder 1"/>
          <p:cNvSpPr>
            <a:spLocks noGrp="1"/>
          </p:cNvSpPr>
          <p:nvPr>
            <p:ph type="title"/>
          </p:nvPr>
        </p:nvSpPr>
        <p:spPr>
          <a:xfrm>
            <a:off x="228600" y="228600"/>
            <a:ext cx="3441240" cy="44503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1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7" name="PlaceHolder 1"/>
          <p:cNvSpPr>
            <a:spLocks noGrp="1"/>
          </p:cNvSpPr>
          <p:nvPr>
            <p:ph type="body"/>
          </p:nvPr>
        </p:nvSpPr>
        <p:spPr>
          <a:xfrm>
            <a:off x="313920" y="1400040"/>
            <a:ext cx="3764520" cy="3514320"/>
          </a:xfrm>
          <a:prstGeom prst="rect">
            <a:avLst/>
          </a:prstGeom>
          <a:noFill/>
          <a:ln w="0">
            <a:noFill/>
          </a:ln>
        </p:spPr>
        <p:txBody>
          <a:bodyPr lIns="90000" tIns="45000" rIns="90000" bIns="45000" anchor="t">
            <a:normAutofit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8" name="PlaceHolder 2"/>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ONE_COLUMN_TEXT_1_1">
    <p:bg>
      <p:bgPr>
        <a:solidFill>
          <a:schemeClr val="lt1"/>
        </a:solidFill>
        <a:effectLst/>
      </p:bgPr>
    </p:bg>
    <p:spTree>
      <p:nvGrpSpPr>
        <p:cNvPr id="1" name=""/>
        <p:cNvGrpSpPr/>
        <p:nvPr/>
      </p:nvGrpSpPr>
      <p:grpSpPr>
        <a:xfrm>
          <a:off x="0" y="0"/>
          <a:ext cx="0" cy="0"/>
          <a:chOff x="0" y="0"/>
          <a:chExt cx="0" cy="0"/>
        </a:xfrm>
      </p:grpSpPr>
      <p:pic>
        <p:nvPicPr>
          <p:cNvPr id="19" name="Google Shape;74;p16"/>
          <p:cNvPicPr/>
          <p:nvPr/>
        </p:nvPicPr>
        <p:blipFill>
          <a:blip r:embed="rId2"/>
          <a:srcRect r="10"/>
          <a:stretch/>
        </p:blipFill>
        <p:spPr>
          <a:xfrm>
            <a:off x="0" y="-360"/>
            <a:ext cx="9143640" cy="5143680"/>
          </a:xfrm>
          <a:prstGeom prst="rect">
            <a:avLst/>
          </a:prstGeom>
          <a:noFill/>
          <a:ln w="0">
            <a:noFill/>
          </a:ln>
        </p:spPr>
      </p:pic>
      <p:sp>
        <p:nvSpPr>
          <p:cNvPr id="20"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23" name="Google Shape;95;p19"/>
          <p:cNvPicPr/>
          <p:nvPr/>
        </p:nvPicPr>
        <p:blipFill>
          <a:blip r:embed="rId2"/>
          <a:srcRect r="10"/>
          <a:stretch/>
        </p:blipFill>
        <p:spPr>
          <a:xfrm>
            <a:off x="0" y="-360"/>
            <a:ext cx="9143640" cy="5143680"/>
          </a:xfrm>
          <a:prstGeom prst="rect">
            <a:avLst/>
          </a:prstGeom>
          <a:noFill/>
          <a:ln w="0">
            <a:noFill/>
          </a:ln>
        </p:spPr>
      </p:pic>
      <p:sp>
        <p:nvSpPr>
          <p:cNvPr id="24" name="PlaceHolder 1"/>
          <p:cNvSpPr>
            <a:spLocks noGrp="1"/>
          </p:cNvSpPr>
          <p:nvPr>
            <p:ph type="title"/>
          </p:nvPr>
        </p:nvSpPr>
        <p:spPr>
          <a:xfrm>
            <a:off x="228600" y="228600"/>
            <a:ext cx="3143880" cy="13201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25" name="Google Shape;98;p19"/>
          <p:cNvSpPr/>
          <p:nvPr/>
        </p:nvSpPr>
        <p:spPr>
          <a:xfrm>
            <a:off x="228600" y="3683880"/>
            <a:ext cx="42541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200" b="1" u="none" strike="noStrike">
                <a:solidFill>
                  <a:schemeClr val="dk1"/>
                </a:solidFill>
                <a:effectLst/>
                <a:uFillTx/>
                <a:latin typeface="Catamaran"/>
                <a:ea typeface="Catamaran"/>
              </a:rPr>
              <a:t>CREDITS:</a:t>
            </a:r>
            <a:r>
              <a:rPr lang="en" sz="1200" b="0" u="none" strike="noStrike">
                <a:solidFill>
                  <a:schemeClr val="dk1"/>
                </a:solidFill>
                <a:effectLst/>
                <a:uFillTx/>
                <a:latin typeface="Catamaran"/>
                <a:ea typeface="Catamaran"/>
              </a:rPr>
              <a:t> This presentation template was created by </a:t>
            </a:r>
            <a:r>
              <a:rPr lang="en" sz="1200" b="1" u="sng" strike="noStrike">
                <a:solidFill>
                  <a:schemeClr val="dk1"/>
                </a:solidFill>
                <a:effectLst/>
                <a:uFillTx/>
                <a:latin typeface="Catamaran"/>
                <a:ea typeface="Catamaran"/>
                <a:hlinkClick r:id="rId3"/>
              </a:rPr>
              <a:t>Slidesgo</a:t>
            </a:r>
            <a:r>
              <a:rPr lang="en" sz="1200" b="0" u="none" strike="noStrike">
                <a:solidFill>
                  <a:schemeClr val="dk1"/>
                </a:solidFill>
                <a:effectLst/>
                <a:uFillTx/>
                <a:latin typeface="Catamaran"/>
                <a:ea typeface="Catamaran"/>
              </a:rPr>
              <a:t>, and includes icons, infographics &amp; images by </a:t>
            </a:r>
            <a:r>
              <a:rPr lang="en" sz="1200" b="1" u="sng" strike="noStrike">
                <a:solidFill>
                  <a:schemeClr val="dk1"/>
                </a:solidFill>
                <a:effectLst/>
                <a:uFillTx/>
                <a:latin typeface="Catamaran"/>
                <a:ea typeface="Catamaran"/>
                <a:hlinkClick r:id="rId4"/>
              </a:rPr>
              <a:t>Freepik</a:t>
            </a:r>
            <a:r>
              <a:rPr lang="en" sz="1200" b="0" u="none" strike="noStrike">
                <a:solidFill>
                  <a:schemeClr val="dk1"/>
                </a:solidFill>
                <a:effectLst/>
                <a:uFillTx/>
                <a:latin typeface="Catamaran"/>
                <a:ea typeface="Catamaran"/>
              </a:rPr>
              <a:t> </a:t>
            </a:r>
            <a:endParaRPr lang="en-US" sz="1200" b="0" u="none" strike="noStrike" dirty="0">
              <a:solidFill>
                <a:srgbClr val="FFFFFF"/>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pic>
        <p:nvPicPr>
          <p:cNvPr id="26" name="Google Shape;100;p20"/>
          <p:cNvPicPr/>
          <p:nvPr/>
        </p:nvPicPr>
        <p:blipFill>
          <a:blip r:embed="rId2"/>
          <a:srcRect r="10"/>
          <a:stretch/>
        </p:blipFill>
        <p:spPr>
          <a:xfrm>
            <a:off x="0" y="-360"/>
            <a:ext cx="9143640" cy="5143680"/>
          </a:xfrm>
          <a:prstGeom prst="rect">
            <a:avLst/>
          </a:prstGeom>
          <a:noFill/>
          <a:ln w="0">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27" name="Google Shape;13;p3"/>
          <p:cNvPicPr/>
          <p:nvPr/>
        </p:nvPicPr>
        <p:blipFill>
          <a:blip r:embed="rId2"/>
          <a:srcRect t="4662" r="4679"/>
          <a:stretch/>
        </p:blipFill>
        <p:spPr>
          <a:xfrm>
            <a:off x="0" y="-360"/>
            <a:ext cx="9143640" cy="5143680"/>
          </a:xfrm>
          <a:prstGeom prst="rect">
            <a:avLst/>
          </a:prstGeom>
          <a:noFill/>
          <a:ln w="0">
            <a:noFill/>
          </a:ln>
        </p:spPr>
      </p:pic>
      <p:sp>
        <p:nvSpPr>
          <p:cNvPr id="28" name="PlaceHolder 1"/>
          <p:cNvSpPr>
            <a:spLocks noGrp="1"/>
          </p:cNvSpPr>
          <p:nvPr>
            <p:ph type="title"/>
          </p:nvPr>
        </p:nvSpPr>
        <p:spPr>
          <a:xfrm>
            <a:off x="3899520" y="228600"/>
            <a:ext cx="5015520" cy="10645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29" name="PlaceHolder 2"/>
          <p:cNvSpPr>
            <a:spLocks noGrp="1"/>
          </p:cNvSpPr>
          <p:nvPr>
            <p:ph type="title"/>
          </p:nvPr>
        </p:nvSpPr>
        <p:spPr>
          <a:xfrm>
            <a:off x="7263360" y="3910680"/>
            <a:ext cx="1651680" cy="977760"/>
          </a:xfrm>
          <a:prstGeom prst="rect">
            <a:avLst/>
          </a:prstGeom>
          <a:noFill/>
          <a:ln w="0">
            <a:noFill/>
          </a:ln>
        </p:spPr>
        <p:txBody>
          <a:bodyPr lIns="91440" tIns="91440" rIns="91440" bIns="91440" anchor="ctr">
            <a:noAutofit/>
          </a:bodyPr>
          <a:lstStyle/>
          <a:p>
            <a:pPr indent="0" algn="r">
              <a:lnSpc>
                <a:spcPct val="115000"/>
              </a:lnSpc>
              <a:buNone/>
            </a:pPr>
            <a:r>
              <a:rPr lang="fr-FR" sz="6000" b="1" u="none" strike="noStrike">
                <a:solidFill>
                  <a:schemeClr val="accent2"/>
                </a:solidFill>
                <a:effectLst/>
                <a:uFillTx/>
                <a:latin typeface="Rethink Sans"/>
                <a:ea typeface="Rethink Sans"/>
              </a:rPr>
              <a:t>xx%</a:t>
            </a:r>
            <a:endParaRPr lang="fr-FR" sz="6000" b="0" u="none" strike="noStrike">
              <a:solidFill>
                <a:schemeClr val="dk1"/>
              </a:solidFill>
              <a:effectLst/>
              <a:uFillTx/>
              <a:latin typeface="Arial"/>
            </a:endParaRPr>
          </a:p>
        </p:txBody>
      </p:sp>
      <p:sp>
        <p:nvSpPr>
          <p:cNvPr id="30"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pic>
        <p:nvPicPr>
          <p:cNvPr id="31" name="Google Shape;102;p21"/>
          <p:cNvPicPr/>
          <p:nvPr/>
        </p:nvPicPr>
        <p:blipFill>
          <a:blip r:embed="rId2"/>
          <a:srcRect t="4662" r="4679"/>
          <a:stretch/>
        </p:blipFill>
        <p:spPr>
          <a:xfrm>
            <a:off x="0" y="-360"/>
            <a:ext cx="9143640" cy="5143680"/>
          </a:xfrm>
          <a:prstGeom prst="rect">
            <a:avLst/>
          </a:prstGeom>
          <a:noFill/>
          <a:ln w="0">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32" name="PlaceHolder 1"/>
          <p:cNvSpPr>
            <a:spLocks noGrp="1"/>
          </p:cNvSpPr>
          <p:nvPr>
            <p:ph type="body"/>
          </p:nvPr>
        </p:nvSpPr>
        <p:spPr>
          <a:xfrm>
            <a:off x="5576400" y="3288240"/>
            <a:ext cx="2530080" cy="520560"/>
          </a:xfrm>
          <a:prstGeom prst="rect">
            <a:avLst/>
          </a:prstGeom>
          <a:noFill/>
          <a:ln w="0">
            <a:noFill/>
          </a:ln>
        </p:spPr>
        <p:txBody>
          <a:bodyPr lIns="91440" tIns="91440" rIns="91440" bIns="91440" anchor="ctr">
            <a:noAutofit/>
          </a:bodyPr>
          <a:lstStyle/>
          <a:p>
            <a:pPr marL="432000" indent="-324000">
              <a:spcBef>
                <a:spcPts val="1417"/>
              </a:spcBef>
              <a:buClr>
                <a:srgbClr val="FFFFFF"/>
              </a:buClr>
              <a:buSzPct val="45000"/>
              <a:buFont typeface="Wingdings" charset="2"/>
              <a:buChar char=""/>
            </a:pPr>
            <a:r>
              <a:rPr lang="fr-FR" sz="10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0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0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0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000" b="0" u="none" strike="noStrike">
                <a:solidFill>
                  <a:srgbClr val="000000"/>
                </a:solidFill>
                <a:effectLst/>
                <a:uFillTx/>
                <a:latin typeface="Arial"/>
              </a:rPr>
              <a:t>Seventh Outline Level</a:t>
            </a:r>
          </a:p>
        </p:txBody>
      </p:sp>
      <p:sp>
        <p:nvSpPr>
          <p:cNvPr id="33" name="PlaceHolder 2"/>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36" name="PlaceHolder 1"/>
          <p:cNvSpPr>
            <a:spLocks noGrp="1"/>
          </p:cNvSpPr>
          <p:nvPr>
            <p:ph type="body"/>
          </p:nvPr>
        </p:nvSpPr>
        <p:spPr>
          <a:xfrm>
            <a:off x="5175720" y="1336320"/>
            <a:ext cx="3255120" cy="2982240"/>
          </a:xfrm>
          <a:prstGeom prst="rect">
            <a:avLst/>
          </a:prstGeom>
          <a:noFill/>
          <a:ln w="0">
            <a:noFill/>
          </a:ln>
        </p:spPr>
        <p:txBody>
          <a:bodyPr lIns="90000" tIns="45000" rIns="90000" bIns="45000" anchor="t">
            <a:normAutofit fontScale="55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37" name="PlaceHolder 2"/>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38" name="Google Shape;33;p8"/>
          <p:cNvPicPr/>
          <p:nvPr/>
        </p:nvPicPr>
        <p:blipFill>
          <a:blip r:embed="rId2"/>
          <a:srcRect t="4662" r="4679"/>
          <a:stretch/>
        </p:blipFill>
        <p:spPr>
          <a:xfrm>
            <a:off x="0" y="-360"/>
            <a:ext cx="9143640" cy="5143680"/>
          </a:xfrm>
          <a:prstGeom prst="rect">
            <a:avLst/>
          </a:prstGeom>
          <a:noFill/>
          <a:ln w="0">
            <a:noFill/>
          </a:ln>
        </p:spPr>
      </p:pic>
      <p:sp>
        <p:nvSpPr>
          <p:cNvPr id="39" name="PlaceHolder 1"/>
          <p:cNvSpPr>
            <a:spLocks noGrp="1"/>
          </p:cNvSpPr>
          <p:nvPr>
            <p:ph type="title"/>
          </p:nvPr>
        </p:nvSpPr>
        <p:spPr>
          <a:xfrm>
            <a:off x="1768680" y="1307160"/>
            <a:ext cx="560664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40" name="Google Shape;36;p9"/>
          <p:cNvPicPr/>
          <p:nvPr/>
        </p:nvPicPr>
        <p:blipFill>
          <a:blip r:embed="rId2"/>
          <a:srcRect t="4662" r="4679"/>
          <a:stretch/>
        </p:blipFill>
        <p:spPr>
          <a:xfrm>
            <a:off x="0" y="-360"/>
            <a:ext cx="9143640" cy="5143680"/>
          </a:xfrm>
          <a:prstGeom prst="rect">
            <a:avLst/>
          </a:prstGeom>
          <a:noFill/>
          <a:ln w="0">
            <a:noFill/>
          </a:ln>
        </p:spPr>
      </p:pic>
      <p:sp>
        <p:nvSpPr>
          <p:cNvPr id="41" name="PlaceHolder 1"/>
          <p:cNvSpPr>
            <a:spLocks noGrp="1"/>
          </p:cNvSpPr>
          <p:nvPr>
            <p:ph type="title"/>
          </p:nvPr>
        </p:nvSpPr>
        <p:spPr>
          <a:xfrm>
            <a:off x="3524040" y="1655640"/>
            <a:ext cx="4872600" cy="1161000"/>
          </a:xfrm>
          <a:prstGeom prst="rect">
            <a:avLst/>
          </a:prstGeom>
          <a:noFill/>
          <a:ln w="0">
            <a:noFill/>
          </a:ln>
        </p:spPr>
        <p:txBody>
          <a:bodyPr lIns="91440" tIns="91440" rIns="91440" bIns="91440" anchor="b">
            <a:noAutofit/>
          </a:bodyPr>
          <a:lstStyle/>
          <a:p>
            <a:pPr indent="0">
              <a:buNone/>
            </a:pPr>
            <a:r>
              <a:rPr lang="fr-FR" sz="65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42" name="PlaceHolder 1"/>
          <p:cNvSpPr>
            <a:spLocks noGrp="1"/>
          </p:cNvSpPr>
          <p:nvPr>
            <p:ph type="body"/>
          </p:nvPr>
        </p:nvSpPr>
        <p:spPr>
          <a:xfrm>
            <a:off x="0" y="-13680"/>
            <a:ext cx="9143640" cy="515700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3" name="PlaceHolder 2"/>
          <p:cNvSpPr>
            <a:spLocks noGrp="1"/>
          </p:cNvSpPr>
          <p:nvPr>
            <p:ph type="title"/>
          </p:nvPr>
        </p:nvSpPr>
        <p:spPr>
          <a:xfrm>
            <a:off x="720000" y="4014360"/>
            <a:ext cx="7703640" cy="572400"/>
          </a:xfrm>
          <a:prstGeom prst="rect">
            <a:avLst/>
          </a:prstGeom>
          <a:solidFill>
            <a:schemeClr val="lt2"/>
          </a:solid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44" name="Google Shape;108;p24"/>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45"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46" name="Google Shape;111;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47"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48"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bwatwood.edublogs.org/summative-assessment/" TargetMode="External"/><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228600" y="228600"/>
            <a:ext cx="8533660" cy="3085920"/>
          </a:xfrm>
          <a:prstGeom prst="rect">
            <a:avLst/>
          </a:prstGeom>
          <a:noFill/>
          <a:ln w="0">
            <a:noFill/>
          </a:ln>
        </p:spPr>
        <p:txBody>
          <a:bodyPr lIns="91440" tIns="91440" rIns="91440" bIns="91440" anchor="b">
            <a:normAutofit/>
          </a:bodyPr>
          <a:lstStyle/>
          <a:p>
            <a:pPr indent="0">
              <a:lnSpc>
                <a:spcPct val="115000"/>
              </a:lnSpc>
              <a:buNone/>
              <a:tabLst>
                <a:tab pos="0" algn="l"/>
              </a:tabLst>
            </a:pPr>
            <a:r>
              <a:rPr lang="en-US" sz="6000" b="1" u="none" strike="noStrike" dirty="0">
                <a:solidFill>
                  <a:schemeClr val="dk1"/>
                </a:solidFill>
                <a:effectLst/>
                <a:uFillTx/>
                <a:latin typeface="Rethink Sans"/>
                <a:ea typeface="Rethink Sans"/>
              </a:rPr>
              <a:t>Student Result Management System</a:t>
            </a:r>
            <a:endParaRPr lang="fr-FR" sz="6000" b="0" u="none" strike="noStrike" dirty="0">
              <a:solidFill>
                <a:schemeClr val="dk1"/>
              </a:solidFill>
              <a:effectLst/>
              <a:uFillTx/>
              <a:latin typeface="Arial"/>
            </a:endParaRPr>
          </a:p>
        </p:txBody>
      </p:sp>
      <p:sp>
        <p:nvSpPr>
          <p:cNvPr id="50" name="PlaceHolder 2"/>
          <p:cNvSpPr>
            <a:spLocks noGrp="1"/>
          </p:cNvSpPr>
          <p:nvPr>
            <p:ph type="subTitle"/>
          </p:nvPr>
        </p:nvSpPr>
        <p:spPr>
          <a:xfrm>
            <a:off x="228600" y="3467160"/>
            <a:ext cx="5171760" cy="1447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600" b="0" u="none" strike="noStrike" dirty="0">
                <a:solidFill>
                  <a:schemeClr val="dk1"/>
                </a:solidFill>
                <a:effectLst/>
                <a:uFillTx/>
                <a:latin typeface="Catamaran"/>
                <a:ea typeface="Catamaran"/>
              </a:rPr>
              <a:t>Professional Student Result Management System Overview</a:t>
            </a:r>
            <a:endParaRPr lang="en-US" sz="1600" b="0" u="none" strike="noStrike" dirty="0">
              <a:solidFill>
                <a:srgbClr val="FFFFFF"/>
              </a:solidFill>
              <a:effectLst/>
              <a:uFillTx/>
              <a:latin typeface="OpenSymbol"/>
            </a:endParaRPr>
          </a:p>
        </p:txBody>
      </p:sp>
      <p:cxnSp>
        <p:nvCxnSpPr>
          <p:cNvPr id="51" name="Google Shape;120;p26"/>
          <p:cNvCxnSpPr/>
          <p:nvPr/>
        </p:nvCxnSpPr>
        <p:spPr>
          <a:xfrm>
            <a:off x="313560" y="3316680"/>
            <a:ext cx="4292280" cy="360"/>
          </a:xfrm>
          <a:prstGeom prst="straightConnector1">
            <a:avLst/>
          </a:prstGeom>
          <a:ln w="9525">
            <a:solidFill>
              <a:srgbClr val="FFFFFF"/>
            </a:solidFill>
            <a:roun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2885243" y="292257"/>
            <a:ext cx="5772827" cy="974052"/>
          </a:xfrm>
          <a:prstGeom prst="rect">
            <a:avLst/>
          </a:prstGeom>
          <a:noFill/>
          <a:ln w="0">
            <a:noFill/>
          </a:ln>
        </p:spPr>
        <p:txBody>
          <a:bodyPr lIns="91440" tIns="91440" rIns="91440" bIns="91440" anchor="b">
            <a:normAutofit fontScale="90000"/>
          </a:bodyPr>
          <a:lstStyle/>
          <a:p>
            <a:pPr indent="0" algn="r">
              <a:lnSpc>
                <a:spcPct val="115000"/>
              </a:lnSpc>
              <a:buNone/>
              <a:tabLst>
                <a:tab pos="0" algn="l"/>
              </a:tabLst>
            </a:pPr>
            <a:r>
              <a:rPr lang="en-US" sz="4900" b="1" u="none" strike="noStrike" dirty="0">
                <a:solidFill>
                  <a:schemeClr val="dk1"/>
                </a:solidFill>
                <a:effectLst/>
                <a:uFillTx/>
                <a:latin typeface="Rethink Sans"/>
                <a:ea typeface="Rethink Sans"/>
              </a:rPr>
              <a:t>INTRODUCTION</a:t>
            </a:r>
            <a:endParaRPr lang="fr-FR" sz="4000" b="0" u="none" strike="noStrike" dirty="0">
              <a:solidFill>
                <a:schemeClr val="dk1"/>
              </a:solidFill>
              <a:effectLst/>
              <a:uFillTx/>
              <a:latin typeface="Arial"/>
            </a:endParaRPr>
          </a:p>
        </p:txBody>
      </p:sp>
      <p:sp>
        <p:nvSpPr>
          <p:cNvPr id="53" name="PlaceHolder 2"/>
          <p:cNvSpPr>
            <a:spLocks noGrp="1"/>
          </p:cNvSpPr>
          <p:nvPr>
            <p:ph type="subTitle"/>
          </p:nvPr>
        </p:nvSpPr>
        <p:spPr>
          <a:xfrm>
            <a:off x="4770378" y="1669782"/>
            <a:ext cx="4485960" cy="1803935"/>
          </a:xfrm>
          <a:prstGeom prst="rect">
            <a:avLst/>
          </a:prstGeom>
          <a:noFill/>
          <a:ln w="0">
            <a:noFill/>
          </a:ln>
        </p:spPr>
        <p:txBody>
          <a:bodyPr lIns="91440" tIns="91440" rIns="91440" bIns="91440" anchor="b">
            <a:normAutofit/>
          </a:bodyPr>
          <a:lstStyle/>
          <a:p>
            <a:pPr indent="0">
              <a:lnSpc>
                <a:spcPct val="150000"/>
              </a:lnSpc>
              <a:buNone/>
              <a:tabLst>
                <a:tab pos="0" algn="l"/>
              </a:tabLst>
            </a:pPr>
            <a:r>
              <a:rPr lang="en-US" sz="1200" b="0" u="none" strike="noStrike" dirty="0">
                <a:solidFill>
                  <a:schemeClr val="dk1"/>
                </a:solidFill>
                <a:effectLst/>
                <a:uFillTx/>
                <a:latin typeface="Catamaran"/>
                <a:ea typeface="Catamaran"/>
              </a:rPr>
              <a:t>This presentation covers a robust system for managing student results. It focuses on how student data is captured, processed, and presented in a clear, structured manner. The goal is to ensure accuracy and transparency in student performance reporting.</a:t>
            </a:r>
            <a:endParaRPr lang="en-US" sz="1400" b="0" u="none" strike="noStrike" dirty="0">
              <a:solidFill>
                <a:srgbClr val="FFFFFF"/>
              </a:solidFill>
              <a:effectLst/>
              <a:uFillTx/>
              <a:latin typeface="OpenSymbol"/>
            </a:endParaRPr>
          </a:p>
          <a:p>
            <a:pPr indent="0">
              <a:lnSpc>
                <a:spcPct val="150000"/>
              </a:lnSpc>
              <a:buNone/>
              <a:tabLst>
                <a:tab pos="0" algn="l"/>
              </a:tabLst>
            </a:pPr>
            <a:r>
              <a:rPr lang="en-US" sz="1200" b="0" u="none" strike="noStrike" dirty="0">
                <a:solidFill>
                  <a:schemeClr val="dk1"/>
                </a:solidFill>
                <a:effectLst/>
                <a:uFillTx/>
                <a:latin typeface="Catamaran"/>
                <a:ea typeface="Catamaran"/>
              </a:rPr>
              <a:t>We will explore key components such as input methods, grade calculation, and final result summarization.</a:t>
            </a:r>
            <a:endParaRPr lang="en-US" sz="1200" b="0" u="none" strike="noStrike" dirty="0">
              <a:solidFill>
                <a:srgbClr val="FFFFFF"/>
              </a:solidFill>
              <a:effectLst/>
              <a:uFillTx/>
              <a:latin typeface="OpenSymbol"/>
            </a:endParaRPr>
          </a:p>
        </p:txBody>
      </p:sp>
      <p:sp>
        <p:nvSpPr>
          <p:cNvPr id="2" name="Half Frame 1">
            <a:extLst>
              <a:ext uri="{FF2B5EF4-FFF2-40B4-BE49-F238E27FC236}">
                <a16:creationId xmlns:a16="http://schemas.microsoft.com/office/drawing/2014/main" id="{14A35F09-D4D3-B2C7-5CE1-71341C8F659D}"/>
              </a:ext>
            </a:extLst>
          </p:cNvPr>
          <p:cNvSpPr/>
          <p:nvPr/>
        </p:nvSpPr>
        <p:spPr>
          <a:xfrm rot="10800000">
            <a:off x="7013358" y="3826276"/>
            <a:ext cx="1997475" cy="1171910"/>
          </a:xfrm>
          <a:prstGeom prst="halfFrame">
            <a:avLst/>
          </a:prstGeom>
          <a:solidFill>
            <a:schemeClr val="tx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Half Frame 2">
            <a:extLst>
              <a:ext uri="{FF2B5EF4-FFF2-40B4-BE49-F238E27FC236}">
                <a16:creationId xmlns:a16="http://schemas.microsoft.com/office/drawing/2014/main" id="{D9D93C00-7972-E108-FF6D-32FB2C76E34D}"/>
              </a:ext>
            </a:extLst>
          </p:cNvPr>
          <p:cNvSpPr/>
          <p:nvPr/>
        </p:nvSpPr>
        <p:spPr>
          <a:xfrm>
            <a:off x="124288" y="138795"/>
            <a:ext cx="1935331" cy="1134276"/>
          </a:xfrm>
          <a:prstGeom prst="halfFrame">
            <a:avLst/>
          </a:prstGeom>
          <a:solidFill>
            <a:schemeClr val="tx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5" name="Picture 4">
            <a:extLst>
              <a:ext uri="{FF2B5EF4-FFF2-40B4-BE49-F238E27FC236}">
                <a16:creationId xmlns:a16="http://schemas.microsoft.com/office/drawing/2014/main" id="{364ED0F3-BFD8-8D52-EB49-81F133F6C14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27861" y="1442588"/>
            <a:ext cx="4344139" cy="28985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3895560" y="228600"/>
            <a:ext cx="5019480" cy="1066320"/>
          </a:xfrm>
          <a:prstGeom prst="rect">
            <a:avLst/>
          </a:prstGeom>
          <a:noFill/>
          <a:ln w="0">
            <a:noFill/>
          </a:ln>
        </p:spPr>
        <p:txBody>
          <a:bodyPr lIns="91440" tIns="91440" rIns="91440" bIns="91440" anchor="b">
            <a:normAutofit/>
          </a:bodyPr>
          <a:lstStyle/>
          <a:p>
            <a:pPr indent="0" algn="ctr">
              <a:lnSpc>
                <a:spcPct val="115000"/>
              </a:lnSpc>
              <a:buNone/>
              <a:tabLst>
                <a:tab pos="0" algn="l"/>
              </a:tabLst>
            </a:pPr>
            <a:r>
              <a:rPr lang="en-US" sz="4000" b="1" u="none" strike="noStrike" dirty="0">
                <a:solidFill>
                  <a:schemeClr val="dk1"/>
                </a:solidFill>
                <a:effectLst/>
                <a:uFillTx/>
                <a:latin typeface="Rethink Sans"/>
              </a:rPr>
              <a:t>             Background</a:t>
            </a:r>
            <a:endParaRPr lang="fr-FR" sz="4000" b="0" u="none" strike="noStrike" dirty="0">
              <a:solidFill>
                <a:schemeClr val="dk1"/>
              </a:solidFill>
              <a:effectLst/>
              <a:uFillTx/>
              <a:latin typeface="Arial"/>
            </a:endParaRPr>
          </a:p>
        </p:txBody>
      </p:sp>
      <p:sp>
        <p:nvSpPr>
          <p:cNvPr id="57" name="PlaceHolder 3"/>
          <p:cNvSpPr>
            <a:spLocks noGrp="1"/>
          </p:cNvSpPr>
          <p:nvPr>
            <p:ph type="subTitle"/>
          </p:nvPr>
        </p:nvSpPr>
        <p:spPr>
          <a:xfrm>
            <a:off x="5015883" y="1757778"/>
            <a:ext cx="3520737" cy="2677656"/>
          </a:xfrm>
          <a:prstGeom prst="rect">
            <a:avLst/>
          </a:prstGeom>
          <a:noFill/>
          <a:ln w="0">
            <a:noFill/>
          </a:ln>
        </p:spPr>
        <p:txBody>
          <a:bodyPr wrap="square" lIns="91440" tIns="91440" rIns="91440" bIns="91440" anchor="t">
            <a:spAutoFit/>
          </a:bodyPr>
          <a:lstStyle/>
          <a:p>
            <a:r>
              <a:rPr lang="en-US" sz="1200" dirty="0">
                <a:latin typeface="Catamaran"/>
              </a:rPr>
              <a:t>The Student Result Management System is made to make result calculation quick and accurate. In manual result preparation, marks, total, percentage, and grade are calculated by hand which can cause mistakes. This system takes student details and subject marks as input and automatically calculates percentage and grade. It also generates the final result in a clear and neat format.</a:t>
            </a:r>
          </a:p>
          <a:p>
            <a:endParaRPr lang="en-US" sz="1200" b="1" dirty="0">
              <a:latin typeface="Catamaran"/>
            </a:endParaRPr>
          </a:p>
          <a:p>
            <a:r>
              <a:rPr lang="en-US" sz="1200" b="1" dirty="0">
                <a:latin typeface="Catamaran"/>
              </a:rPr>
              <a:t>This saves time and reduces human errors.</a:t>
            </a:r>
            <a:br>
              <a:rPr lang="en-US" sz="1200" dirty="0">
                <a:latin typeface="Catamaran"/>
              </a:rPr>
            </a:br>
            <a:r>
              <a:rPr lang="en-US" sz="1200" b="1" dirty="0">
                <a:latin typeface="Catamaran"/>
              </a:rPr>
              <a:t>The system is easy to use and can handle multiple students.</a:t>
            </a:r>
            <a:br>
              <a:rPr lang="en-US" sz="1200" dirty="0">
                <a:latin typeface="Catamaran"/>
              </a:rPr>
            </a:br>
            <a:r>
              <a:rPr lang="en-US" sz="1200" b="1" dirty="0">
                <a:latin typeface="Catamaran"/>
              </a:rPr>
              <a:t>It improves efficiency and makes result management more organized.</a:t>
            </a:r>
            <a:endParaRPr lang="en-US" sz="1200" dirty="0">
              <a:latin typeface="Catamaran"/>
            </a:endParaRPr>
          </a:p>
          <a:p>
            <a:pPr algn="ctr"/>
            <a:endParaRPr lang="en-US" sz="1200" b="0" u="none" strike="noStrike" dirty="0">
              <a:solidFill>
                <a:schemeClr val="dk1"/>
              </a:solidFill>
              <a:effectLst/>
              <a:uFillTx/>
              <a:latin typeface="Catamaran"/>
              <a:ea typeface="Catamaran"/>
            </a:endParaRPr>
          </a:p>
        </p:txBody>
      </p:sp>
      <p:cxnSp>
        <p:nvCxnSpPr>
          <p:cNvPr id="58" name="Google Shape;192;p29"/>
          <p:cNvCxnSpPr>
            <a:cxnSpLocks/>
          </p:cNvCxnSpPr>
          <p:nvPr/>
        </p:nvCxnSpPr>
        <p:spPr>
          <a:xfrm flipV="1">
            <a:off x="3382392" y="1293480"/>
            <a:ext cx="5449848" cy="1440"/>
          </a:xfrm>
          <a:prstGeom prst="straightConnector1">
            <a:avLst/>
          </a:prstGeom>
          <a:ln w="9525">
            <a:solidFill>
              <a:srgbClr val="FFFFFF"/>
            </a:solidFill>
            <a:round/>
          </a:ln>
        </p:spPr>
      </p:cxnSp>
      <p:pic>
        <p:nvPicPr>
          <p:cNvPr id="5" name="Picture 4">
            <a:extLst>
              <a:ext uri="{FF2B5EF4-FFF2-40B4-BE49-F238E27FC236}">
                <a16:creationId xmlns:a16="http://schemas.microsoft.com/office/drawing/2014/main" id="{03827833-847A-093F-490E-78FC12806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970" y="1425550"/>
            <a:ext cx="3962760" cy="33421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BC0B8-5F56-0C64-0532-ABF43779054D}"/>
              </a:ext>
            </a:extLst>
          </p:cNvPr>
          <p:cNvSpPr>
            <a:spLocks noGrp="1"/>
          </p:cNvSpPr>
          <p:nvPr>
            <p:ph type="title"/>
          </p:nvPr>
        </p:nvSpPr>
        <p:spPr/>
        <p:txBody>
          <a:bodyPr/>
          <a:lstStyle/>
          <a:p>
            <a:pPr algn="ctr"/>
            <a:r>
              <a:rPr lang="en-US" dirty="0"/>
              <a:t>Output Of Code</a:t>
            </a:r>
          </a:p>
        </p:txBody>
      </p:sp>
      <p:pic>
        <p:nvPicPr>
          <p:cNvPr id="6" name="Picture 5">
            <a:extLst>
              <a:ext uri="{FF2B5EF4-FFF2-40B4-BE49-F238E27FC236}">
                <a16:creationId xmlns:a16="http://schemas.microsoft.com/office/drawing/2014/main" id="{D777EB8A-B015-2AD1-4BD7-AE920B27C002}"/>
              </a:ext>
            </a:extLst>
          </p:cNvPr>
          <p:cNvPicPr>
            <a:picLocks noChangeAspect="1"/>
          </p:cNvPicPr>
          <p:nvPr/>
        </p:nvPicPr>
        <p:blipFill>
          <a:blip r:embed="rId2"/>
          <a:stretch>
            <a:fillRect/>
          </a:stretch>
        </p:blipFill>
        <p:spPr>
          <a:xfrm>
            <a:off x="2210540" y="1293120"/>
            <a:ext cx="6010183" cy="3269675"/>
          </a:xfrm>
          <a:prstGeom prst="rect">
            <a:avLst/>
          </a:prstGeom>
        </p:spPr>
      </p:pic>
    </p:spTree>
    <p:extLst>
      <p:ext uri="{BB962C8B-B14F-4D97-AF65-F5344CB8AC3E}">
        <p14:creationId xmlns:p14="http://schemas.microsoft.com/office/powerpoint/2010/main" val="4183237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CF791-346F-C9E7-9FFB-EC1554113B49}"/>
              </a:ext>
            </a:extLst>
          </p:cNvPr>
          <p:cNvSpPr>
            <a:spLocks noGrp="1"/>
          </p:cNvSpPr>
          <p:nvPr>
            <p:ph type="title"/>
          </p:nvPr>
        </p:nvSpPr>
        <p:spPr>
          <a:xfrm>
            <a:off x="3542191" y="3730"/>
            <a:ext cx="5461626" cy="1064520"/>
          </a:xfrm>
        </p:spPr>
        <p:txBody>
          <a:bodyPr/>
          <a:lstStyle/>
          <a:p>
            <a:r>
              <a:rPr lang="en-US" b="1" dirty="0">
                <a:latin typeface="Rethink Sans"/>
              </a:rPr>
              <a:t>GETGRADE FUNCTION</a:t>
            </a:r>
          </a:p>
        </p:txBody>
      </p:sp>
      <p:sp>
        <p:nvSpPr>
          <p:cNvPr id="4" name="Text Placeholder 3">
            <a:extLst>
              <a:ext uri="{FF2B5EF4-FFF2-40B4-BE49-F238E27FC236}">
                <a16:creationId xmlns:a16="http://schemas.microsoft.com/office/drawing/2014/main" id="{D73B592D-B257-13BA-8F04-82A6336BDE98}"/>
              </a:ext>
            </a:extLst>
          </p:cNvPr>
          <p:cNvSpPr>
            <a:spLocks noGrp="1"/>
          </p:cNvSpPr>
          <p:nvPr>
            <p:ph type="body"/>
          </p:nvPr>
        </p:nvSpPr>
        <p:spPr>
          <a:xfrm>
            <a:off x="4429956" y="1585220"/>
            <a:ext cx="4256483" cy="2170036"/>
          </a:xfrm>
        </p:spPr>
        <p:txBody>
          <a:bodyPr>
            <a:normAutofit/>
          </a:bodyPr>
          <a:lstStyle/>
          <a:p>
            <a:pPr marL="0" indent="0" algn="ctr">
              <a:lnSpc>
                <a:spcPct val="100000"/>
              </a:lnSpc>
              <a:buNone/>
            </a:pPr>
            <a:r>
              <a:rPr lang="en-US" sz="1400" dirty="0">
                <a:latin typeface="Catamaran"/>
              </a:rPr>
              <a:t>The function getGrade(float percentage) determines a student's grade based on their percentage. It uses conditional checks to compare the percentage against defined ranges. If the percentage is 80 or above, it returns 'A'; 70–79 returns 'B'; 60–69 returns 'C'; 50–59 returns 'D'; and anything below 50 returns 'F'. This function helps classify performance into standard grade levels,</a:t>
            </a:r>
          </a:p>
        </p:txBody>
      </p:sp>
      <p:cxnSp>
        <p:nvCxnSpPr>
          <p:cNvPr id="5" name="Google Shape;192;p29">
            <a:extLst>
              <a:ext uri="{FF2B5EF4-FFF2-40B4-BE49-F238E27FC236}">
                <a16:creationId xmlns:a16="http://schemas.microsoft.com/office/drawing/2014/main" id="{8CD9F1BC-C7AF-6591-7301-69C8BFAD98E6}"/>
              </a:ext>
            </a:extLst>
          </p:cNvPr>
          <p:cNvCxnSpPr>
            <a:cxnSpLocks/>
          </p:cNvCxnSpPr>
          <p:nvPr/>
        </p:nvCxnSpPr>
        <p:spPr>
          <a:xfrm flipV="1">
            <a:off x="3382392" y="1027148"/>
            <a:ext cx="5449848" cy="1440"/>
          </a:xfrm>
          <a:prstGeom prst="straightConnector1">
            <a:avLst/>
          </a:prstGeom>
          <a:ln w="9525">
            <a:solidFill>
              <a:srgbClr val="FFFFFF"/>
            </a:solidFill>
            <a:round/>
          </a:ln>
        </p:spPr>
      </p:cxnSp>
      <p:pic>
        <p:nvPicPr>
          <p:cNvPr id="9" name="Picture 8">
            <a:extLst>
              <a:ext uri="{FF2B5EF4-FFF2-40B4-BE49-F238E27FC236}">
                <a16:creationId xmlns:a16="http://schemas.microsoft.com/office/drawing/2014/main" id="{BD9119B5-27ED-0CBB-153E-3E920DDD3BD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5309" y="1265900"/>
            <a:ext cx="3990789" cy="3599064"/>
          </a:xfrm>
          <a:prstGeom prst="rect">
            <a:avLst/>
          </a:prstGeom>
        </p:spPr>
      </p:pic>
    </p:spTree>
    <p:extLst>
      <p:ext uri="{BB962C8B-B14F-4D97-AF65-F5344CB8AC3E}">
        <p14:creationId xmlns:p14="http://schemas.microsoft.com/office/powerpoint/2010/main" val="2500668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228600" y="228600"/>
            <a:ext cx="8686440" cy="571320"/>
          </a:xfrm>
          <a:prstGeom prst="rect">
            <a:avLst/>
          </a:prstGeom>
          <a:noFill/>
          <a:ln w="0">
            <a:noFill/>
          </a:ln>
        </p:spPr>
        <p:txBody>
          <a:bodyPr lIns="91440" tIns="91440" rIns="91440" bIns="91440" anchor="t">
            <a:normAutofit fontScale="90000"/>
          </a:bodyPr>
          <a:lstStyle/>
          <a:p>
            <a:pPr indent="0" algn="r">
              <a:lnSpc>
                <a:spcPct val="115000"/>
              </a:lnSpc>
              <a:buNone/>
              <a:tabLst>
                <a:tab pos="0" algn="l"/>
              </a:tabLst>
            </a:pPr>
            <a:r>
              <a:rPr lang="en-US" sz="3000" b="1" u="none" strike="noStrike" dirty="0">
                <a:solidFill>
                  <a:schemeClr val="dk1"/>
                </a:solidFill>
                <a:effectLst/>
                <a:uFillTx/>
                <a:latin typeface="Rethink Sans"/>
                <a:ea typeface="Rethink Sans"/>
              </a:rPr>
              <a:t>Input methods for student name</a:t>
            </a:r>
            <a:endParaRPr lang="fr-FR" sz="3000" b="0" u="none" strike="noStrike" dirty="0">
              <a:solidFill>
                <a:schemeClr val="dk1"/>
              </a:solidFill>
              <a:effectLst/>
              <a:uFillTx/>
              <a:latin typeface="Arial"/>
            </a:endParaRPr>
          </a:p>
        </p:txBody>
      </p:sp>
      <p:sp>
        <p:nvSpPr>
          <p:cNvPr id="60" name="PlaceHolder 2"/>
          <p:cNvSpPr>
            <a:spLocks noGrp="1"/>
          </p:cNvSpPr>
          <p:nvPr>
            <p:ph type="subTitle"/>
          </p:nvPr>
        </p:nvSpPr>
        <p:spPr>
          <a:xfrm>
            <a:off x="4610160" y="1400040"/>
            <a:ext cx="3676320" cy="3514320"/>
          </a:xfrm>
          <a:prstGeom prst="rect">
            <a:avLst/>
          </a:prstGeom>
          <a:noFill/>
          <a:ln w="0">
            <a:noFill/>
          </a:ln>
        </p:spPr>
        <p:txBody>
          <a:bodyPr lIns="91440" tIns="91440" rIns="91440" bIns="91440" anchor="ctr">
            <a:normAutofit/>
          </a:bodyPr>
          <a:lstStyle/>
          <a:p>
            <a:pPr indent="0">
              <a:lnSpc>
                <a:spcPct val="150000"/>
              </a:lnSpc>
              <a:buNone/>
              <a:tabLst>
                <a:tab pos="0" algn="l"/>
              </a:tabLst>
            </a:pPr>
            <a:r>
              <a:rPr lang="en-US" sz="1200" b="0" u="none" strike="noStrike" dirty="0">
                <a:solidFill>
                  <a:schemeClr val="dk1"/>
                </a:solidFill>
                <a:effectLst/>
                <a:uFillTx/>
                <a:latin typeface="Catamaran"/>
                <a:ea typeface="Catamaran"/>
              </a:rPr>
              <a:t>Accurate entry of the </a:t>
            </a:r>
            <a:r>
              <a:rPr lang="en-US" sz="1200" b="0" i="1" u="none" strike="noStrike" dirty="0">
                <a:solidFill>
                  <a:schemeClr val="dk1"/>
                </a:solidFill>
                <a:effectLst/>
                <a:uFillTx/>
                <a:latin typeface="Catamaran"/>
                <a:ea typeface="Catamaran"/>
              </a:rPr>
              <a:t>student’s full name</a:t>
            </a:r>
            <a:r>
              <a:rPr lang="en-US" sz="1200" b="0" u="none" strike="noStrike" dirty="0">
                <a:solidFill>
                  <a:schemeClr val="dk1"/>
                </a:solidFill>
                <a:effectLst/>
                <a:uFillTx/>
                <a:latin typeface="Catamaran"/>
                <a:ea typeface="Catamaran"/>
              </a:rPr>
              <a:t> is essential for personalized result management. This system uses an input method that captures names containing spaces without truncation, enhancing data integrity and identification accuracy.</a:t>
            </a:r>
            <a:endParaRPr lang="en-US" sz="1400" dirty="0">
              <a:solidFill>
                <a:srgbClr val="FFFFFF"/>
              </a:solidFill>
              <a:latin typeface="OpenSymbol"/>
            </a:endParaRPr>
          </a:p>
          <a:p>
            <a:pPr indent="0">
              <a:lnSpc>
                <a:spcPct val="150000"/>
              </a:lnSpc>
              <a:buNone/>
              <a:tabLst>
                <a:tab pos="0" algn="l"/>
              </a:tabLst>
            </a:pPr>
            <a:r>
              <a:rPr lang="en-US" sz="1200" b="0" u="none" strike="noStrike" dirty="0">
                <a:solidFill>
                  <a:schemeClr val="dk1"/>
                </a:solidFill>
                <a:effectLst/>
                <a:uFillTx/>
                <a:latin typeface="Catamaran"/>
                <a:ea typeface="Catamaran"/>
              </a:rPr>
              <a:t>The approach ensures that all student names are recorded correctly for official documentation.</a:t>
            </a:r>
            <a:endParaRPr lang="en-US" sz="1200" dirty="0">
              <a:solidFill>
                <a:srgbClr val="FFFFFF"/>
              </a:solidFill>
              <a:latin typeface="OpenSymbol"/>
            </a:endParaRPr>
          </a:p>
          <a:p>
            <a:pPr indent="0">
              <a:lnSpc>
                <a:spcPct val="150000"/>
              </a:lnSpc>
              <a:buNone/>
              <a:tabLst>
                <a:tab pos="0" algn="l"/>
              </a:tabLst>
            </a:pPr>
            <a:endParaRPr lang="en-US" sz="1200" b="0" u="none" strike="noStrike" dirty="0">
              <a:solidFill>
                <a:srgbClr val="FFFFFF"/>
              </a:solidFill>
              <a:effectLst/>
              <a:uFillTx/>
              <a:latin typeface="OpenSymbol"/>
            </a:endParaRPr>
          </a:p>
        </p:txBody>
      </p:sp>
      <p:pic>
        <p:nvPicPr>
          <p:cNvPr id="61" name="Google Shape;206;p31"/>
          <p:cNvPicPr/>
          <p:nvPr/>
        </p:nvPicPr>
        <p:blipFill>
          <a:blip r:embed="rId2"/>
          <a:srcRect l="14301" r="14301"/>
          <a:stretch/>
        </p:blipFill>
        <p:spPr>
          <a:xfrm>
            <a:off x="313920" y="1400040"/>
            <a:ext cx="3764880" cy="3514320"/>
          </a:xfrm>
          <a:prstGeom prst="rect">
            <a:avLst/>
          </a:prstGeom>
          <a:noFill/>
          <a:ln w="0">
            <a:noFill/>
          </a:ln>
        </p:spPr>
      </p:pic>
      <p:cxnSp>
        <p:nvCxnSpPr>
          <p:cNvPr id="62" name="Google Shape;207;p31"/>
          <p:cNvCxnSpPr/>
          <p:nvPr/>
        </p:nvCxnSpPr>
        <p:spPr>
          <a:xfrm>
            <a:off x="313560" y="957240"/>
            <a:ext cx="8518680" cy="360"/>
          </a:xfrm>
          <a:prstGeom prst="straightConnector1">
            <a:avLst/>
          </a:prstGeom>
          <a:ln w="9525">
            <a:solidFill>
              <a:srgbClr val="FFFFFF"/>
            </a:solidFill>
            <a:roun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2006353" y="228420"/>
            <a:ext cx="5095783" cy="1875048"/>
          </a:xfrm>
          <a:prstGeom prst="rect">
            <a:avLst/>
          </a:prstGeom>
          <a:noFill/>
          <a:ln w="0">
            <a:noFill/>
          </a:ln>
        </p:spPr>
        <p:txBody>
          <a:bodyPr lIns="91440" tIns="91440" rIns="91440" bIns="91440" anchor="b">
            <a:normAutofit/>
          </a:bodyPr>
          <a:lstStyle/>
          <a:p>
            <a:pPr indent="0" algn="ctr">
              <a:lnSpc>
                <a:spcPct val="115000"/>
              </a:lnSpc>
              <a:buNone/>
              <a:tabLst>
                <a:tab pos="0" algn="l"/>
              </a:tabLst>
            </a:pPr>
            <a:r>
              <a:rPr lang="en-US" sz="4000" b="1" u="none" strike="noStrike" dirty="0">
                <a:solidFill>
                  <a:schemeClr val="dk1"/>
                </a:solidFill>
                <a:effectLst/>
                <a:uFillTx/>
                <a:latin typeface="Rethink Sans"/>
                <a:ea typeface="Rethink Sans"/>
              </a:rPr>
              <a:t>HANDLING MULTIPLE SUBJECTS</a:t>
            </a:r>
            <a:endParaRPr lang="fr-FR" sz="4000" b="0" u="none" strike="noStrike" dirty="0">
              <a:solidFill>
                <a:schemeClr val="dk1"/>
              </a:solidFill>
              <a:effectLst/>
              <a:uFillTx/>
              <a:latin typeface="Arial"/>
            </a:endParaRPr>
          </a:p>
        </p:txBody>
      </p:sp>
      <p:sp>
        <p:nvSpPr>
          <p:cNvPr id="64" name="PlaceHolder 2"/>
          <p:cNvSpPr>
            <a:spLocks noGrp="1"/>
          </p:cNvSpPr>
          <p:nvPr>
            <p:ph type="subTitle"/>
          </p:nvPr>
        </p:nvSpPr>
        <p:spPr>
          <a:xfrm>
            <a:off x="2417796" y="2339556"/>
            <a:ext cx="4485960" cy="2339076"/>
          </a:xfrm>
          <a:prstGeom prst="rect">
            <a:avLst/>
          </a:prstGeom>
          <a:noFill/>
          <a:ln w="0">
            <a:noFill/>
          </a:ln>
        </p:spPr>
        <p:txBody>
          <a:bodyPr lIns="91440" tIns="91440" rIns="91440" bIns="91440" anchor="b">
            <a:normAutofit lnSpcReduction="10000"/>
          </a:bodyPr>
          <a:lstStyle/>
          <a:p>
            <a:pPr algn="ctr">
              <a:lnSpc>
                <a:spcPct val="150000"/>
              </a:lnSpc>
              <a:tabLst>
                <a:tab pos="0" algn="l"/>
              </a:tabLst>
            </a:pPr>
            <a:r>
              <a:rPr lang="en-US" sz="1400" dirty="0">
                <a:latin typeface="Catamaran"/>
              </a:rPr>
              <a:t>The system efficiently handles multiple subjects by using </a:t>
            </a:r>
            <a:r>
              <a:rPr lang="en-US" sz="1400" b="1" dirty="0">
                <a:latin typeface="Catamaran"/>
              </a:rPr>
              <a:t>arrays</a:t>
            </a:r>
            <a:r>
              <a:rPr lang="en-US" sz="1400" dirty="0">
                <a:latin typeface="Catamaran"/>
              </a:rPr>
              <a:t> to store subject names and marks, and iterating through them using a </a:t>
            </a:r>
            <a:r>
              <a:rPr lang="en-US" sz="1400" b="1" dirty="0">
                <a:latin typeface="Catamaran"/>
              </a:rPr>
              <a:t>for loop</a:t>
            </a:r>
            <a:r>
              <a:rPr lang="en-US" sz="1400" dirty="0">
                <a:latin typeface="Catamaran"/>
              </a:rPr>
              <a:t>. This flexibility supports varied academic programs with different subject counts without losing data consistency. It gathers subject names and marks individually, setting the stage for precise calculation and reporting</a:t>
            </a:r>
            <a:endParaRPr lang="en-US" sz="1400" b="0" u="none" strike="noStrike" dirty="0">
              <a:solidFill>
                <a:srgbClr val="FFFFFF"/>
              </a:solidFill>
              <a:effectLst/>
              <a:uFillTx/>
              <a:latin typeface="Catamaran"/>
            </a:endParaRPr>
          </a:p>
        </p:txBody>
      </p:sp>
      <p:sp>
        <p:nvSpPr>
          <p:cNvPr id="2" name="Half Frame 1">
            <a:extLst>
              <a:ext uri="{FF2B5EF4-FFF2-40B4-BE49-F238E27FC236}">
                <a16:creationId xmlns:a16="http://schemas.microsoft.com/office/drawing/2014/main" id="{A3FB3DF2-0E48-3D6D-0890-24F4E4A97062}"/>
              </a:ext>
            </a:extLst>
          </p:cNvPr>
          <p:cNvSpPr/>
          <p:nvPr/>
        </p:nvSpPr>
        <p:spPr>
          <a:xfrm rot="10800000">
            <a:off x="7546020" y="4181382"/>
            <a:ext cx="1393792" cy="804361"/>
          </a:xfrm>
          <a:prstGeom prst="halfFrame">
            <a:avLst/>
          </a:prstGeom>
          <a:solidFill>
            <a:schemeClr val="tx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t>
            </a:r>
          </a:p>
        </p:txBody>
      </p:sp>
      <p:sp>
        <p:nvSpPr>
          <p:cNvPr id="3" name="Half Frame 2">
            <a:extLst>
              <a:ext uri="{FF2B5EF4-FFF2-40B4-BE49-F238E27FC236}">
                <a16:creationId xmlns:a16="http://schemas.microsoft.com/office/drawing/2014/main" id="{BA9501DA-F283-B5AC-898D-5EF219DC1070}"/>
              </a:ext>
            </a:extLst>
          </p:cNvPr>
          <p:cNvSpPr/>
          <p:nvPr/>
        </p:nvSpPr>
        <p:spPr>
          <a:xfrm>
            <a:off x="179033" y="157396"/>
            <a:ext cx="1393792" cy="804361"/>
          </a:xfrm>
          <a:prstGeom prst="halfFrame">
            <a:avLst/>
          </a:prstGeom>
          <a:solidFill>
            <a:schemeClr val="tx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228600" y="228600"/>
            <a:ext cx="8686440" cy="571320"/>
          </a:xfrm>
          <a:prstGeom prst="rect">
            <a:avLst/>
          </a:prstGeom>
          <a:noFill/>
          <a:ln w="0">
            <a:noFill/>
          </a:ln>
        </p:spPr>
        <p:txBody>
          <a:bodyPr lIns="91440" tIns="91440" rIns="91440" bIns="91440" anchor="t">
            <a:normAutofit fontScale="90000"/>
          </a:bodyPr>
          <a:lstStyle/>
          <a:p>
            <a:pPr indent="0" algn="r">
              <a:lnSpc>
                <a:spcPct val="115000"/>
              </a:lnSpc>
              <a:buNone/>
              <a:tabLst>
                <a:tab pos="0" algn="l"/>
              </a:tabLst>
            </a:pPr>
            <a:r>
              <a:rPr lang="en-US" sz="3000" b="1" u="none" strike="noStrike" dirty="0">
                <a:solidFill>
                  <a:schemeClr val="dk1"/>
                </a:solidFill>
                <a:effectLst/>
                <a:uFillTx/>
                <a:latin typeface="Rethink Sans"/>
                <a:ea typeface="Rethink Sans"/>
              </a:rPr>
              <a:t>Calculating percentages and grades</a:t>
            </a:r>
            <a:endParaRPr lang="fr-FR" sz="3000" b="0" u="none" strike="noStrike" dirty="0">
              <a:solidFill>
                <a:schemeClr val="dk1"/>
              </a:solidFill>
              <a:effectLst/>
              <a:uFillTx/>
              <a:latin typeface="Arial"/>
            </a:endParaRPr>
          </a:p>
        </p:txBody>
      </p:sp>
      <p:sp>
        <p:nvSpPr>
          <p:cNvPr id="74" name="PlaceHolder 2"/>
          <p:cNvSpPr>
            <a:spLocks noGrp="1"/>
          </p:cNvSpPr>
          <p:nvPr>
            <p:ph type="subTitle"/>
          </p:nvPr>
        </p:nvSpPr>
        <p:spPr>
          <a:xfrm>
            <a:off x="4610160" y="1400040"/>
            <a:ext cx="3676320" cy="3514320"/>
          </a:xfrm>
          <a:prstGeom prst="rect">
            <a:avLst/>
          </a:prstGeom>
          <a:noFill/>
          <a:ln w="0">
            <a:noFill/>
          </a:ln>
        </p:spPr>
        <p:txBody>
          <a:bodyPr lIns="91440" tIns="91440" rIns="91440" bIns="91440" anchor="ctr">
            <a:normAutofit/>
          </a:bodyPr>
          <a:lstStyle/>
          <a:p>
            <a:pPr indent="0">
              <a:lnSpc>
                <a:spcPct val="150000"/>
              </a:lnSpc>
              <a:buNone/>
              <a:tabLst>
                <a:tab pos="0" algn="l"/>
              </a:tabLst>
            </a:pPr>
            <a:r>
              <a:rPr lang="en-US" sz="1200" dirty="0">
                <a:latin typeface="Catamaran"/>
              </a:rPr>
              <a:t>Percentages are calculated by dividing obtained marks by the maximum possible marks, then multiplying by 100. Grades are assigned based on predefined percentage ranges to standardize evaluation criteria. This calculation method supports consistent and fair assessment across all subjects. The </a:t>
            </a:r>
            <a:r>
              <a:rPr lang="en-US" sz="1200" b="1" dirty="0">
                <a:latin typeface="Catamaran"/>
              </a:rPr>
              <a:t>getGrade ()</a:t>
            </a:r>
            <a:r>
              <a:rPr lang="en-US" sz="1200" dirty="0">
                <a:latin typeface="Catamaran"/>
              </a:rPr>
              <a:t> function is used to automatically select the appropriate grade based on the percentage, ensuring accuracy and uniform grading. It enables clear differentiation of student performance levels through standardized grading.</a:t>
            </a:r>
          </a:p>
          <a:p>
            <a:pPr indent="0">
              <a:lnSpc>
                <a:spcPct val="150000"/>
              </a:lnSpc>
              <a:buNone/>
              <a:tabLst>
                <a:tab pos="0" algn="l"/>
              </a:tabLst>
            </a:pPr>
            <a:endParaRPr lang="en-US" sz="1200" b="0" u="none" strike="noStrike" dirty="0">
              <a:solidFill>
                <a:srgbClr val="FFFFFF"/>
              </a:solidFill>
              <a:effectLst/>
              <a:uFillTx/>
              <a:latin typeface="OpenSymbol"/>
            </a:endParaRPr>
          </a:p>
        </p:txBody>
      </p:sp>
      <p:pic>
        <p:nvPicPr>
          <p:cNvPr id="75" name="Google Shape;206;p31"/>
          <p:cNvPicPr/>
          <p:nvPr/>
        </p:nvPicPr>
        <p:blipFill>
          <a:blip r:embed="rId2"/>
          <a:srcRect l="14301" r="14301"/>
          <a:stretch/>
        </p:blipFill>
        <p:spPr>
          <a:xfrm>
            <a:off x="313920" y="1400040"/>
            <a:ext cx="3764880" cy="3514320"/>
          </a:xfrm>
          <a:prstGeom prst="rect">
            <a:avLst/>
          </a:prstGeom>
          <a:noFill/>
          <a:ln w="0">
            <a:noFill/>
          </a:ln>
        </p:spPr>
      </p:pic>
      <p:cxnSp>
        <p:nvCxnSpPr>
          <p:cNvPr id="76" name="Google Shape;207;p31"/>
          <p:cNvCxnSpPr/>
          <p:nvPr/>
        </p:nvCxnSpPr>
        <p:spPr>
          <a:xfrm>
            <a:off x="313560" y="957240"/>
            <a:ext cx="8518680" cy="360"/>
          </a:xfrm>
          <a:prstGeom prst="straightConnector1">
            <a:avLst/>
          </a:prstGeom>
          <a:ln w="9525">
            <a:solidFill>
              <a:srgbClr val="FFFFFF"/>
            </a:solidFill>
            <a:roun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827877" y="157259"/>
            <a:ext cx="7362203" cy="1518068"/>
          </a:xfrm>
          <a:prstGeom prst="rect">
            <a:avLst/>
          </a:prstGeom>
          <a:noFill/>
          <a:ln w="0">
            <a:noFill/>
          </a:ln>
        </p:spPr>
        <p:txBody>
          <a:bodyPr lIns="91440" tIns="91440" rIns="91440" bIns="91440" anchor="b">
            <a:normAutofit fontScale="90000"/>
          </a:bodyPr>
          <a:lstStyle/>
          <a:p>
            <a:pPr indent="0" algn="ctr">
              <a:lnSpc>
                <a:spcPct val="115000"/>
              </a:lnSpc>
              <a:buNone/>
              <a:tabLst>
                <a:tab pos="0" algn="l"/>
              </a:tabLst>
            </a:pPr>
            <a:r>
              <a:rPr lang="en-US" sz="4000" b="1" u="none" strike="noStrike" dirty="0">
                <a:solidFill>
                  <a:schemeClr val="dk1"/>
                </a:solidFill>
                <a:effectLst/>
                <a:uFillTx/>
                <a:latin typeface="Rethink Sans"/>
                <a:ea typeface="Rethink Sans"/>
              </a:rPr>
              <a:t>SUMMARY OF TOTAL AND OVERALL PERFORMANCE</a:t>
            </a:r>
            <a:endParaRPr lang="fr-FR" sz="4000" b="0" u="none" strike="noStrike" dirty="0">
              <a:solidFill>
                <a:schemeClr val="dk1"/>
              </a:solidFill>
              <a:effectLst/>
              <a:uFillTx/>
              <a:latin typeface="Arial"/>
            </a:endParaRPr>
          </a:p>
        </p:txBody>
      </p:sp>
      <p:sp>
        <p:nvSpPr>
          <p:cNvPr id="81" name="PlaceHolder 2"/>
          <p:cNvSpPr>
            <a:spLocks noGrp="1"/>
          </p:cNvSpPr>
          <p:nvPr>
            <p:ph type="subTitle"/>
          </p:nvPr>
        </p:nvSpPr>
        <p:spPr>
          <a:xfrm>
            <a:off x="363055" y="1696370"/>
            <a:ext cx="8417890" cy="1771804"/>
          </a:xfrm>
          <a:prstGeom prst="rect">
            <a:avLst/>
          </a:prstGeom>
          <a:noFill/>
          <a:ln w="0">
            <a:noFill/>
          </a:ln>
        </p:spPr>
        <p:txBody>
          <a:bodyPr lIns="91440" tIns="91440" rIns="91440" bIns="91440" anchor="b">
            <a:normAutofit/>
          </a:bodyPr>
          <a:lstStyle/>
          <a:p>
            <a:pPr indent="0" algn="ctr">
              <a:lnSpc>
                <a:spcPct val="150000"/>
              </a:lnSpc>
              <a:buNone/>
              <a:tabLst>
                <a:tab pos="0" algn="l"/>
              </a:tabLst>
            </a:pPr>
            <a:r>
              <a:rPr lang="en-US" sz="1200" b="0" u="none" strike="noStrike" dirty="0">
                <a:solidFill>
                  <a:schemeClr val="dk1"/>
                </a:solidFill>
                <a:effectLst/>
                <a:uFillTx/>
                <a:latin typeface="Catamaran"/>
                <a:ea typeface="Catamaran"/>
              </a:rPr>
              <a:t>The system aggregates marks across all subjects to compute total obtained marks, maximum possible marks, and overall percentage. An overall grade is assigned to represent the student’s comprehensive academic performance. This summary offers a holistic view of the student’s achievement in a concise format.</a:t>
            </a:r>
            <a:endParaRPr lang="en-US" sz="1400" b="0" u="none" strike="noStrike" dirty="0">
              <a:solidFill>
                <a:srgbClr val="FFFFFF"/>
              </a:solidFill>
              <a:effectLst/>
              <a:uFillTx/>
              <a:latin typeface="OpenSymbol"/>
            </a:endParaRPr>
          </a:p>
          <a:p>
            <a:pPr indent="0" algn="ctr">
              <a:lnSpc>
                <a:spcPct val="150000"/>
              </a:lnSpc>
              <a:buNone/>
              <a:tabLst>
                <a:tab pos="0" algn="l"/>
              </a:tabLst>
            </a:pPr>
            <a:r>
              <a:rPr lang="en-US" sz="1200" b="0" u="none" strike="noStrike" dirty="0">
                <a:solidFill>
                  <a:schemeClr val="dk1"/>
                </a:solidFill>
                <a:effectLst/>
                <a:uFillTx/>
                <a:latin typeface="Catamaran"/>
                <a:ea typeface="Catamaran"/>
              </a:rPr>
              <a:t>It supports strategic academic decisions and reporting with reliable metrics.</a:t>
            </a:r>
            <a:endParaRPr lang="en-US" sz="1200" b="0" u="none" strike="noStrike" dirty="0">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2471940" y="437071"/>
            <a:ext cx="3438000" cy="836000"/>
          </a:xfrm>
          <a:prstGeom prst="rect">
            <a:avLst/>
          </a:prstGeom>
          <a:noFill/>
          <a:ln w="0">
            <a:noFill/>
          </a:ln>
        </p:spPr>
        <p:txBody>
          <a:bodyPr lIns="91440" tIns="91440" rIns="91440" bIns="91440" anchor="b">
            <a:normAutofit fontScale="90000"/>
          </a:bodyPr>
          <a:lstStyle/>
          <a:p>
            <a:pPr indent="0" algn="ctr">
              <a:lnSpc>
                <a:spcPct val="115000"/>
              </a:lnSpc>
              <a:buNone/>
              <a:tabLst>
                <a:tab pos="0" algn="l"/>
              </a:tabLst>
            </a:pPr>
            <a:r>
              <a:rPr lang="en-US" sz="4000" b="1" u="none" strike="noStrike" dirty="0">
                <a:solidFill>
                  <a:schemeClr val="dk1"/>
                </a:solidFill>
                <a:effectLst/>
                <a:uFillTx/>
                <a:latin typeface="Rethink Sans"/>
                <a:ea typeface="Rethink Sans"/>
              </a:rPr>
              <a:t>CONCLUSION</a:t>
            </a:r>
            <a:endParaRPr lang="fr-FR" sz="4000" b="0" u="none" strike="noStrike" dirty="0">
              <a:solidFill>
                <a:schemeClr val="dk1"/>
              </a:solidFill>
              <a:effectLst/>
              <a:uFillTx/>
              <a:latin typeface="Arial"/>
            </a:endParaRPr>
          </a:p>
        </p:txBody>
      </p:sp>
      <p:sp>
        <p:nvSpPr>
          <p:cNvPr id="84" name="PlaceHolder 2"/>
          <p:cNvSpPr>
            <a:spLocks noGrp="1"/>
          </p:cNvSpPr>
          <p:nvPr>
            <p:ph type="subTitle"/>
          </p:nvPr>
        </p:nvSpPr>
        <p:spPr>
          <a:xfrm>
            <a:off x="564190" y="1681247"/>
            <a:ext cx="8266970" cy="1346397"/>
          </a:xfrm>
          <a:prstGeom prst="rect">
            <a:avLst/>
          </a:prstGeom>
          <a:noFill/>
          <a:ln w="0">
            <a:noFill/>
          </a:ln>
        </p:spPr>
        <p:txBody>
          <a:bodyPr lIns="91440" tIns="91440" rIns="91440" bIns="91440" anchor="b">
            <a:normAutofit/>
          </a:bodyPr>
          <a:lstStyle/>
          <a:p>
            <a:pPr indent="0" algn="ctr">
              <a:lnSpc>
                <a:spcPct val="150000"/>
              </a:lnSpc>
              <a:buNone/>
              <a:tabLst>
                <a:tab pos="0" algn="l"/>
              </a:tabLst>
            </a:pPr>
            <a:r>
              <a:rPr lang="en-US" sz="1200" b="0" u="none" strike="noStrike" dirty="0">
                <a:solidFill>
                  <a:schemeClr val="dk1"/>
                </a:solidFill>
                <a:effectLst/>
                <a:uFillTx/>
                <a:latin typeface="Catamaran"/>
                <a:ea typeface="Catamaran"/>
              </a:rPr>
              <a:t>This student result management system integrates reliable data capture, validation, and presentation to deliver accurate academic assessments. The structured approach to calculating percentages and grades ensures fairness and transparency. Clear formatting and summarization enhance user understanding and facilitate informed decision-making by stakeholders.</a:t>
            </a:r>
            <a:endParaRPr lang="en-US" sz="1200" b="0" u="none" strike="noStrike" dirty="0">
              <a:solidFill>
                <a:srgbClr val="FFFFFF"/>
              </a:solidFill>
              <a:effectLst/>
              <a:uFillTx/>
              <a:latin typeface="OpenSymbol"/>
            </a:endParaRPr>
          </a:p>
        </p:txBody>
      </p:sp>
      <p:sp>
        <p:nvSpPr>
          <p:cNvPr id="4" name="Half Frame 3">
            <a:extLst>
              <a:ext uri="{FF2B5EF4-FFF2-40B4-BE49-F238E27FC236}">
                <a16:creationId xmlns:a16="http://schemas.microsoft.com/office/drawing/2014/main" id="{B8F77B59-3BE2-88A5-E9A5-204971189353}"/>
              </a:ext>
            </a:extLst>
          </p:cNvPr>
          <p:cNvSpPr/>
          <p:nvPr/>
        </p:nvSpPr>
        <p:spPr>
          <a:xfrm>
            <a:off x="124288" y="138795"/>
            <a:ext cx="1935331" cy="1134276"/>
          </a:xfrm>
          <a:prstGeom prst="halfFrame">
            <a:avLst/>
          </a:prstGeom>
          <a:solidFill>
            <a:schemeClr val="tx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Half Frame 4">
            <a:extLst>
              <a:ext uri="{FF2B5EF4-FFF2-40B4-BE49-F238E27FC236}">
                <a16:creationId xmlns:a16="http://schemas.microsoft.com/office/drawing/2014/main" id="{DBC6258C-9718-E878-6E05-0E52A8E73227}"/>
              </a:ext>
            </a:extLst>
          </p:cNvPr>
          <p:cNvSpPr/>
          <p:nvPr/>
        </p:nvSpPr>
        <p:spPr>
          <a:xfrm rot="10800000">
            <a:off x="7013358" y="3826276"/>
            <a:ext cx="1997475" cy="1171910"/>
          </a:xfrm>
          <a:prstGeom prst="halfFrame">
            <a:avLst/>
          </a:prstGeom>
          <a:solidFill>
            <a:schemeClr val="tx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cSld>
  <p:clrMapOvr>
    <a:masterClrMapping/>
  </p:clrMapOvr>
</p:sld>
</file>

<file path=ppt/theme/theme1.xml><?xml version="1.0" encoding="utf-8"?>
<a:theme xmlns:a="http://schemas.openxmlformats.org/drawingml/2006/main" name="Electric Field Concepts by Slidesgo">
  <a:themeElements>
    <a:clrScheme name="Simple Light">
      <a:dk1>
        <a:srgbClr val="FFFFFF"/>
      </a:dk1>
      <a:lt1>
        <a:srgbClr val="0C0E1D"/>
      </a:lt1>
      <a:dk2>
        <a:srgbClr val="FFFFFF"/>
      </a:dk2>
      <a:lt2>
        <a:srgbClr val="FFFFFF"/>
      </a:lt2>
      <a:accent1>
        <a:srgbClr val="708CB6"/>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333</TotalTime>
  <Words>559</Words>
  <Application>Microsoft Office PowerPoint</Application>
  <PresentationFormat>On-screen Show (16:9)</PresentationFormat>
  <Paragraphs>26</Paragraphs>
  <Slides>10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10</vt:i4>
      </vt:variant>
    </vt:vector>
  </HeadingPairs>
  <TitlesOfParts>
    <vt:vector size="18" baseType="lpstr">
      <vt:lpstr>Arial</vt:lpstr>
      <vt:lpstr>Catamaran</vt:lpstr>
      <vt:lpstr>OpenSymbol</vt:lpstr>
      <vt:lpstr>Rethink Sans</vt:lpstr>
      <vt:lpstr>Symbol</vt:lpstr>
      <vt:lpstr>Wingdings</vt:lpstr>
      <vt:lpstr>Electric Field Concepts by Slidesgo</vt:lpstr>
      <vt:lpstr>Slidesgo Final Pages</vt:lpstr>
      <vt:lpstr>Student Result Management System</vt:lpstr>
      <vt:lpstr>INTRODUCTION</vt:lpstr>
      <vt:lpstr>             Background</vt:lpstr>
      <vt:lpstr>Output Of Code</vt:lpstr>
      <vt:lpstr>GETGRADE FUNCTION</vt:lpstr>
      <vt:lpstr>Input methods for student name</vt:lpstr>
      <vt:lpstr>HANDLING MULTIPLE SUBJECTS</vt:lpstr>
      <vt:lpstr>Calculating percentages and grades</vt:lpstr>
      <vt:lpstr>SUMMARY OF TOTAL AND OVERALL PERFORMANCE</vt:lpstr>
      <vt:lpstr>CONCLUSION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HP</cp:lastModifiedBy>
  <cp:revision>5</cp:revision>
  <dcterms:modified xsi:type="dcterms:W3CDTF">2025-11-09T16:55:16Z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2025-11-07T17:05:48Z</dcterms:created>
  <dc:creator>Unknown Creator</dc:creator>
  <dc:description/>
  <dc:language>en-US</dc:language>
  <cp:lastModifiedBy>Unknown Creator</cp:lastModifiedBy>
  <dcterms:modified xsi:type="dcterms:W3CDTF">2025-11-07T17:05:48Z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